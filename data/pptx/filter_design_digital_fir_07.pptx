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Digital FIR Filter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3F2FD"/>
                </a:solidFill>
              </a:rPr>
              <a:t>Order 32  |  Cutoff Frequency: 8,000 Hz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9A825"/>
                </a:solidFill>
              </a:rPr>
              <a:t>File 097 / 100  |  Variant 7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28800"/>
            <a:ext cx="7315200" cy="0"/>
          </a:xfrm>
          <a:prstGeom prst="line">
            <a:avLst/>
          </a:prstGeom>
          <a:ln w="25400">
            <a:solidFill>
              <a:srgbClr val="F9A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65C0"/>
                </a:solidFill>
              </a:rPr>
              <a:t>Filter Theory &amp; Transfer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Transfer Function H(z) — Digital FIR Taps=32
  H(z) = Σ h[n]·z⁻ⁿ,  n = 0…31
  Design: windowed-sinc (Hamming window)
  Sampling rate: fs = 80,000 Hz
  Normalized cutoff: ωd = 2π·8,000/80,000 = 0.6283 rad
  Non-recursive (FIR) — linear phase guaranteed
  Group delay: 16 samples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Frequency Response — Bode Plot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21208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Bode plot of Digital FIR Filter order 32 filter. Top panel: magnitude response in dB showing -3 dB cutoff at 8,000 Hz with a roll-off of approximately 640 dB/decade. Bottom panel: phase response in degrees.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Circuit / Block Diagram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07492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Direct Form II transposed signal-flow graph for a FIR filter of order 32. Each z⁻¹ block represents a one-sample delay register. Coefficients h[n] are multiplied and summed to form the output y[n].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Design Parameters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594360"/>
          <a:ext cx="8229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352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Filter 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Digital FIR Filter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Filter Type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Band-Pass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Filter Order 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32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Cutoff Frequency (fc)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8,000 Hz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Angular Cutoff (ωc)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50265.48 rad/s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Passband Gain (0 Hz)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0 dB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-3 dB 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8,000 Hz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Roll-off Rate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640 dB/decade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Sampling Rate (fs)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80,000 Hz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Nyquist Frequency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40,000 Hz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Normalised Cutoff (ωd)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0.6283 rad/sample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Window Function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Hamming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Linear 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Yes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Group Delay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16 samples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Real-World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• Linear-phase FIR for matched filtering in digital communications
• Pulse-shaping (root-raised cosine) in QAM modem transmitters
• 8,000 Hz decimation filter before sample-rate reduction
• Noise-reduction preprocessing in hearing aid DSP chips
• Anti-imaging reconstruction filter after DAC upsampling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565C0"/>
                </a:solidFill>
              </a:rPr>
              <a:t>Filter: Digital FIR Filter | fc = 8,000 Hz | Order = 32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