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6
  |H(jω)|² = 1 / [1 + (ω/ωc)^12]
  ωc = 2π × 2,000 rad/s  ≈  12566.4 rad/s
  3 dB cutoff: 2,000 Hz
  Maximally flat passband (no ripple)
  Roll-off: 120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6 filter. Top panel: magnitude response in dB showing -3 dB cutoff at 2,000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6. The circuit uses two resistors R₁, R₂ and two capacitors C₁, C₂ around an op-amp in unity-gain configuration to realise a 2nd-order low-pass section with cutoff frequency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2,000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