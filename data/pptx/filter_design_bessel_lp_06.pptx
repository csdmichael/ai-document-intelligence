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2
  H(s) = d₀ / Bₙ(s/ωc)
  Bₙ = Bessel polynomial of order 2
  ωc = 2π × 100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2 filter. Top panel: magnitude response in dB showing -3 dB cutoff at 100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2. The design is decomposed into 1 second-order section(s), each realising a pair of complex conjugate poles near cutoff 100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628.32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100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