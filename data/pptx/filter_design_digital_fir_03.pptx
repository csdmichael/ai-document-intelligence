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FIR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128  |  Cutoff Frequency: 500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093 / 100  |  Variant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FIR Taps=128
  H(z) = Σ h[n]·z⁻ⁿ,  n = 0…127
  Design: windowed-sinc (Hamming window)
  Sampling rate: fs = 5,000 Hz
  Normalized cutoff: ωd = 2π·500/5,000 = 0.6283 rad
  Non-recursive (FIR) — linear phase guaranteed
  Group delay: 64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FIR Filter order 128 filter. Top panel: magnitude response in dB showing -3 dB cutoff at 500 Hz with a roll-off of approximately 2560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FIR filter of order 128.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FIR Filter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128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3141.59 rad/s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2560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2,500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Window Function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Hamming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Linear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Yes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Group Delay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64 samples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Linear-phase FIR for matched filtering in digital communications
• Pulse-shaping (root-raised cosine) in QAM modem transmitters
• 500 Hz decimation filter before sample-rate reduction
• Noise-reduction preprocessing in hearing aid DSP chips
• Anti-imaging reconstruction filter after DAC upsampling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FIR Filter | fc = 500 Hz | Order = 128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