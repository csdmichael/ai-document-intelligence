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1,000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001 / 100  |  Variant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2
  |H(jω)|² = 1 / [1 + (ω/ωc)^4]
  ωc = 2π × 1,000 rad/s  ≈  6283.2 rad/s
  3 dB cutoff: 1,000 Hz
  Maximally flat passband (no ripple)
  Roll-off: 40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Low-Pass order 2 filter. Top panel: magnitude response in dB showing -3 dB cutoff at 1,000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Low-Pass order 2. The circuit uses two resistors R₁, R₂ and two capacitors C₁, C₂ around an op-amp in unity-gain configuration to realise a 2nd-order low-pass section with cutoff frequency 1,000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6283.19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Anti-aliasing filter before ADC sampling in data acquisition systems
• Audio signal smoothing in professional mixing consoles
• DC power supply ripple rejection in instrumentation amplifiers
• Vibration sensor conditioning in industrial IoT edge devices
• Baseband filtering in software-defined radio (SDR) receivers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Low-Pass | fc = 1,000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