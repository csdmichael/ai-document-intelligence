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Chebyshev Type-I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2  |  Cutoff Frequency: 10,000 Hz  |  Passband Ripple: 0.5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025 / 100  |  Variant 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Chebyshev Type I Order 2
  |H(jω)|² = 1 / [1 + ε²·Tₙ²(ω/ωc)]
  ε² = 10^(Rp/10) - 1,  Rp = 0.5 dB
  Tₙ = Chebyshev polynomial of order 2
  ωc = 2π × 10,000 rad/s
  Passband ripple: 0.5 dB
  Steeper roll-off than Butterworth for same order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Chebyshev Type-I Low-Pass order 2 filter. Top panel: magnitude response in dB showing -3 dB cutoff at 10,000 Hz with a roll-off of approximately 40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Chebyshev Type-I Low-Pass order 2. The design is decomposed into 1 second-order section(s), each realising a pair of complex conjugate poles near cutoff 10,000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Chebyshev Type-I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10,000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62831.85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10,000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40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Ripple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 dB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Steeper anti-aliasing where slight passband ripple is acceptable
• Channel selection in narrow-band RF receiver front-ends
• Harmonic rejection in precision measurement equipment
• Video signal bandwidth limiting for broadcast standards
• Medical ECG signal processing — power-line noise rejection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Chebyshev Type-I Low-Pass | fc = 10,000 Hz | Order =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