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Chebyshev Type-I Low-Pass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4  |  Cutoff Frequency: 15,000 Hz  |  Passband Ripple: 1.0 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029 / 100  |  Variant 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Chebyshev Type I Order 4
  |H(jω)|² = 1 / [1 + ε²·Tₙ²(ω/ωc)]
  ε² = 10^(Rp/10) - 1,  Rp = 1.0 dB
  Tₙ = Chebyshev polynomial of order 4
  ωc = 2π × 15,000 rad/s
  Passband ripple: 1.0 dB
  Steeper roll-off than Butterworth for same order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Chebyshev Type-I Low-Pass order 4 filter. Top panel: magnitude response in dB showing -3 dB cutoff at 15,000 Hz with a roll-off of approximately 80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Cascade block diagram for Chebyshev Type-I Low-Pass order 4. The design is decomposed into 2 second-order section(s), each realising a pair of complex conjugate poles near cutoff 15,000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Chebyshev Type-I Low-Pass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Low-Pass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15,000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94247.78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15,000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80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Ripple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1.0 dB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Steeper anti-aliasing where slight passband ripple is acceptable
• Channel selection in narrow-band RF receiver front-ends
• Harmonic rejection in precision measurement equipment
• Video signal bandwidth limiting for broadcast standards
• Medical ECG signal processing — power-line noise rejection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Chebyshev Type-I Low-Pass | fc = 15,000 Hz | Order =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