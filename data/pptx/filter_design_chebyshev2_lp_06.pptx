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7  |  Cutoff Frequency: 800 Hz  |  Passband Ripple: 40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7
  |H(jω)|² = 1 / [1 + 1/(ε²·Tₙ²(ωs/ω))]
  Stopband attenuation: 40 dB
  ωs = 2π × 800 rad/s  (stopband edge)
  Flat passband, equiripple stopband
  Order: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7 filter. Top panel: magnitude response in dB showing -3 dB cutoff at 800 Hz with a roll-off of approximately 140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7. The design is decomposed into 3 second-order section(s), each realising a pair of complex conjugate poles near cutoff 800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5026.55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800 Hz | Order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