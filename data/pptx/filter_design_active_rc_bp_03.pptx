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4
  H(s) = (s·BW) / [s² + s·(ω₀/Q) + ω₀²]
  ω₀ = 2π × 500 rad/s  (center frequency)
  Q = ω₀/BW  (quality factor)
  Op-amp topology: multiple-feedback (MFB)
  Sections in cascade: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4. The circuit uses two resistors R₁, R₂ and two capacitors C₁, C₂ around an op-amp in unity-gain configuration to realise a 2nd-order low-pass section with cutoff frequency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318310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500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