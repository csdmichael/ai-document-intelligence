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8  |  Cutoff Frequency: 10,000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8
  |H(jω)|² = 1 / [1 + (ω/ωc)^16]
  ωc = 2π × 10,000 rad/s  ≈  62831.9 rad/s
  3 dB cutoff: 10,000 Hz
  Maximally flat passband (no ripple)
  Roll-off: 160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8 filter. Top panel: magnitude response in dB showing -3 dB cutoff at 10,000 Hz with a roll-off of approximately 160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8. The circuit uses two resistors R₁, R₂ and two capacitors C₁, C₂ around an op-amp in unity-gain configuration to realise a 2nd-order low-pass section with cutoff frequency 10,000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10,000 Hz | Order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