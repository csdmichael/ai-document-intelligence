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15,000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6
  H(z) = B(z) / A(z)  =  Σbₖz⁻ᵏ / (1 + Σaₖz⁻ᵏ)
  Design: Bilinear transform from analog prototype
  Sampling rate: fs = 150,000 Hz
  Normalized cutoff: ωd = 2π·15,000/150,000 = 0.6283 rad
  Filter order: 6  |  Coefficients: 7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6 filter. Top panel: magnitude response in dB showing -3 dB cutoff at 15,000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6.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75,000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15,000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15,000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