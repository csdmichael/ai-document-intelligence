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2,000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064 / 100  |  Variant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Low-Pass Order 4
  H(s) = ωc² / (s² + s·ωc/Q + ωc²)  [2nd-order section]
  ωc = 2π × 2,000 rad/s
  Op-amp topology: Sallen-Key
  Number of 2nd-order stages: 2
  Unity-gain configuration (K=1)
  DC gain: 0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Low-Pass order 4 filter. Top panel: magnitude response in dB showing -3 dB cutoff at 2,000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Low-Pass order 4. The circuit uses two resistors R₁, R₂ and two capacitors C₁, C₂ around an op-amp in unity-gain configuration to realise a 2nd-order low-pass section with cutoff frequency 2,000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12566.37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79577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Instrumentation amplifier output smoothing at 2,000 Hz
• Sensor conditioning circuit for MEMS accelerometers
• Loop filter in phase-locked loop (PLL) synthesisers
• Anti-aliasing for low-speed (audio-band) delta-sigma ADCs
• Low-pass reconstruction filter after DAC in control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Low-Pass | fc = 2,000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