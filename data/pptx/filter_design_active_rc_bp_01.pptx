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Active RC Band-Pass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2  |  Cutoff Frequency: 1,000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071 / 100  |  Variant 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Active RC Band-Pass Order 2
  H(s) = (s·BW) / [s² + s·(ω₀/Q) + ω₀²]
  ω₀ = 2π × 1,000 rad/s  (center frequency)
  Q = ω₀/BW  (quality factor)
  Op-amp topology: multiple-feedback (MFB)
  Sections in cascade: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Active RC Band-Pass order 2 filter. Top panel: magnitude response in dB showing -3 dB cutoff at 1,000 Hz with a roll-off of approximately 40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Sallen-Key topology for Active RC Band-Pass order 2. The circuit uses two resistors R₁, R₂ and two capacitors C₁, C₂ around an op-amp in unity-gain configuration to realise a 2nd-order low-pass section with cutoff frequency 1,000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Active RC Band-Pass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Band-Pass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6283.19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40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Op-Amp Topology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Sallen-Key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Ideal Capacitor (C)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 nF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Ideal Resistor (R)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159155 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Bandpass channel filter centred at 1,000 Hz in DTMF decoder
• Resonant peak equaliser in parametric EQ systems
• Lock-in amplifier reference channel selection
• Carrier frequency selection in power-line communication
• Biomedical EEG alpha/beta/gamma band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Active RC Band-Pass | fc = 1,000 Hz | Order =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