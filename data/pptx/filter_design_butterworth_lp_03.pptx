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Butterworth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6  |  Cutoff Frequency: 5,000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003 / 100  |  Variant 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Butterworth Order 6
  |H(jω)|² = 1 / [1 + (ω/ωc)^12]
  ωc = 2π × 5,000 rad/s  ≈  31415.9 rad/s
  3 dB cutoff: 5,000 Hz
  Maximally flat passband (no ripple)
  Roll-off: 120 dB/decade beyond ωc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Butterworth Low-Pass order 6 filter. Top panel: magnitude response in dB showing -3 dB cutoff at 5,000 Hz with a roll-off of approximately 120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Butterworth Low-Pass order 6. The circuit uses two resistors R₁, R₂ and two capacitors C₁, C₂ around an op-amp in unity-gain configuration to realise a 2nd-order low-pass section with cutoff frequency 5,000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Butterworth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5,000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31415.93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120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Anti-aliasing filter before ADC sampling in data acquisition systems
• Audio signal smoothing in professional mixing consoles
• DC power supply ripple rejection in instrumentation amplifiers
• Vibration sensor conditioning in industrial IoT edge devices
• Baseband filtering in software-defined radio (SDR) receivers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Butterworth Low-Pass | fc = 5,000 Hz | Order =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