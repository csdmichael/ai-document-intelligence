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Chebyshev Type-II Low-Pass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5  |  Cutoff Frequency: 250 Hz  |  Passband Ripple: 60 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038 / 100  |  Variant 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Chebyshev Type II Order 5
  |H(jω)|² = 1 / [1 + 1/(ε²·Tₙ²(ωs/ω))]
  Stopband attenuation: 60 dB
  ωs = 2π × 250 rad/s  (stopband edge)
  Flat passband, equiripple stopband
  Order: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Chebyshev Type-II Low-Pass order 5 filter. Top panel: magnitude response in dB showing -3 dB cutoff at 250 Hz with a roll-off of approximately 100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Cascade block diagram for Chebyshev Type-II Low-Pass order 5. The design is decomposed into 2 second-order section(s), each realising a pair of complex conjugate poles near cutoff 250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Chebyshev Type-II Low-Pass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Low-Pass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250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1570.80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250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100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Minimum Stopband Attenuation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60 dB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Stopband-critical filtering in telephony channel banks
• Interference suppression in GPS front-end receiver chains
• Image rejection in superheterodyne radio architectures
• Flat passband required: medical imaging signal chains
• High-fidelity audio crossover networks (subwoofer isolation)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Chebyshev Type-II Low-Pass | fc = 250 Hz | Order =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