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5,000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6
  |H(jω)|² = 1 / [1 + ε²·Rₙ²(ξ, ω/ωp)]
  ε² = 10^(Rp/10) - 1,  Rp = 1.0 dB
  Rₙ = Chebyshev rational function
  ωp = 2π × 5,000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6 filter. Top panel: magnitude response in dB showing -3 dB cutoff at 5,000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6. The design is decomposed into 3 second-order section(s), each realising a pair of complex conjugate poles near cutoff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5,000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