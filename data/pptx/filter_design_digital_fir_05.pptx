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64  |  Cutoff Frequency: 10,000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Taps=64
  H(z) = Σ h[n]·z⁻ⁿ,  n = 0…63
  Design: windowed-sinc (Hamming window)
  Sampling rate: fs = 100,000 Hz
  Normalized cutoff: ωd = 2π·10,000/100,000 = 0.6283 rad
  Non-recursive (FIR) — linear phase guaranteed
  Group delay: 32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64 filter. Top panel: magnitude response in dB showing -3 dB cutoff at 10,000 Hz with a roll-off of approximately 1280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64.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64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32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10,000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10,000 Hz | Order = 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