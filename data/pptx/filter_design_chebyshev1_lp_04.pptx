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5,000 Hz  |  Passband Ripple: 3.0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024 / 100  |  Variant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 Order 6
  |H(jω)|² = 1 / [1 + ε²·Tₙ²(ω/ωc)]
  ε² = 10^(Rp/10) - 1,  Rp = 3.0 dB
  Tₙ = Chebyshev polynomial of order 6
  ωc = 2π × 5,000 rad/s
  Passband ripple: 3.0 dB
  Steeper roll-off than Butterworth for same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 Low-Pass order 6 filter. Top panel: magnitude response in dB showing -3 dB cutoff at 5,000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 Low-Pass order 6. The design is decomposed into 3 second-order section(s), each realising a pair of complex conjugate poles near cutoff 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31415.93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3.0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Steeper anti-aliasing where slight passband ripple is acceptable
• Channel selection in narrow-band RF receiver front-ends
• Harmonic rejection in precision measurement equipment
• Video signal bandwidth limiting for broadcast standards
• Medical ECG signal processing — power-line noise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 Low-Pass | fc = 5,000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