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Chebyshev Type-I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3  |  Cutoff Frequency: 3,000 Hz  |  Passband Ripple: 2.0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027 / 100  |  Variant 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Chebyshev Type I Order 3
  |H(jω)|² = 1 / [1 + ε²·Tₙ²(ω/ωc)]
  ε² = 10^(Rp/10) - 1,  Rp = 2.0 dB
  Tₙ = Chebyshev polynomial of order 3
  ωc = 2π × 3,000 rad/s
  Passband ripple: 2.0 dB
  Steeper roll-off than Butterworth for same order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Chebyshev Type-I Low-Pass order 3 filter. Top panel: magnitude response in dB showing -3 dB cutoff at 3,000 Hz with a roll-off of approximately 60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Chebyshev Type-I Low-Pass order 3. The design is decomposed into 1 second-order section(s), each realising a pair of complex conjugate poles near cutoff 3,000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Chebyshev Type-I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3,000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18849.56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60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Ripple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2.0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Steeper anti-aliasing where slight passband ripple is acceptable
• Channel selection in narrow-band RF receiver front-ends
• Harmonic rejection in precision measurement equipment
• Video signal bandwidth limiting for broadcast standards
• Medical ECG signal processing — power-line noise rejection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Chebyshev Type-I Low-Pass | fc = 3,000 Hz | Order =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