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Digital FIR Filter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128  |  Cutoff Frequency: 300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096 / 100  |  Variant 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H(z) — Digital FIR Taps=128
  H(z) = Σ h[n]·z⁻ⁿ,  n = 0…127
  Design: windowed-sinc (Hamming window)
  Sampling rate: fs = 3,000 Hz
  Normalized cutoff: ωd = 2π·300/3,000 = 0.6283 rad
  Non-recursive (FIR) — linear phase guaranteed
  Group delay: 64 samples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Digital FIR Filter order 128 filter. Top panel: magnitude response in dB showing -3 dB cutoff at 300 Hz with a roll-off of approximately 2560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Direct Form II transposed signal-flow graph for a FIR filter of order 128. Each z⁻¹ block represents a one-sample delay register. Coefficients h[n] are multiplied and summed to form the output y[n].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352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Digital FIR Filter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Band-Pass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128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300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1884.96 rad/s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300 Hz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2560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Sampling Rate (fs)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3,000 Hz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Nyquist Frequency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1,500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Normalised Cutoff (ωd)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0.6283 rad/sample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Window Function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Hamming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Linear 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Yes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Group Delay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64 samples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Linear-phase FIR for matched filtering in digital communications
• Pulse-shaping (root-raised cosine) in QAM modem transmitters
• 300 Hz decimation filter before sample-rate reduction
• Noise-reduction preprocessing in hearing aid DSP chips
• Anti-imaging reconstruction filter after DAC upsampling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Digital FIR Filter | fc = 300 Hz | Order = 128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