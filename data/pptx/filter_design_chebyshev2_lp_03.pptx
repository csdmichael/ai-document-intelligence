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500 Hz  |  Passband Ripple: 50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4
  |H(jω)|² = 1 / [1 + 1/(ε²·Tₙ²(ωs/ω))]
  Stopband attenuation: 50 dB
  ωs = 2π × 500 rad/s  (stopband edge)
  Flat passband, equiripple stopband
  Order: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4 filter. Top panel: magnitude response in dB showing -3 dB cutoff at 500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4. The design is decomposed into 2 second-order section(s), each realising a pair of complex conjugate poles near cutoff 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500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