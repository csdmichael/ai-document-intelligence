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Bessel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5  |  Cutoff Frequency: 5,000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044 / 100  |  Variant 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Bessel Order 5
  H(s) = d₀ / Bₙ(s/ωc)
  Bₙ = Bessel polynomial of order 5
  ωc = 2π × 5,000 rad/s
  Maximally flat group delay
  Preserves waveform shape in passband
  Roll-off: slower than Butterworth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Bessel Low-Pass order 5 filter. Top panel: magnitude response in dB showing -3 dB cutoff at 5,000 Hz with a roll-off of approximately 100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Bessel Low-Pass order 5. The design is decomposed into 2 second-order section(s), each realising a pair of complex conjugate poles near cutoff 5,000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Bessel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31415.93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Pulse shaping in digital communications (minimum ISI)
• Group-delay equalisation in multi-channel audio systems
• Waveform preservation in oscilloscope input paths
• Radar pulse processing requiring constant group delay
• Control system compensation for minimum phase distortion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Bessel Low-Pass | fc = 5,000 Hz | Order =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