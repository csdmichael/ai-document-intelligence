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10,000 Hz  |  Passband Ripple: 60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035 / 100  |  Variant 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II Order 2
  |H(jω)|² = 1 / [1 + 1/(ε²·Tₙ²(ωs/ω))]
  Stopband attenuation: 60 dB
  ωs = 2π × 10,000 rad/s  (stopband edge)
  Flat passband, equiripple stopband
  Order: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Type-II Low-Pass order 2 filter. Top panel: magnitude response in dB showing -3 dB cutoff at 10,000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Type-II Low-Pass order 2. The design is decomposed into 1 second-order section(s), each realising a pair of complex conjugate poles near cutoff 10,000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62831.85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Minimum Stopband Attenuation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Stopband-critical filtering in telephony channel banks
• Interference suppression in GPS front-end receiver chains
• Image rejection in superheterodyne radio architectures
• Flat passband required: medical imaging signal chains
• High-fidelity audio crossover networks (subwoofer isolation)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Type-II Low-Pass | fc = 10,000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