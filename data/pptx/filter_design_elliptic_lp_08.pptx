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Elliptic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  |  Cutoff Frequency: 250 Hz  |  Passband Ripple: 1.0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058 / 100  |  Variant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Elliptic Order 6
  |H(jω)|² = 1 / [1 + ε²·Rₙ²(ξ, ω/ωp)]
  ε² = 10^(Rp/10) - 1,  Rp = 1.0 dB
  Rₙ = Chebyshev rational function
  ωp = 2π × 250 rad/s (passband edge)
  Equiripple in both passband and stopband
  Sharpest roll-off for given order and ripple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Elliptic Low-Pass order 6 filter. Top panel: magnitude response in dB showing -3 dB cutoff at 250 Hz with a roll-off of approximately 120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Elliptic Low-Pass order 6. The design is decomposed into 3 second-order section(s), each realising a pair of complex conjugate poles near cutoff 250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Elliptic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250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1570.80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250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Narrowest transition band: satellite communication transponders
• Multi-tone DTMF decoder front-end filtering
• Anti-aliasing in high-speed ADCs where order must be minimised
• Channel guard filtering in dense OFDM subcarrier spacing
• Spectral containment in military frequency-hopping radios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Elliptic Low-Pass | fc = 250 Hz | Order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