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Active RC Band-Pass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4  |  Cutoff Frequency: 100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076 / 100  |  Variant 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Active RC Band-Pass Order 4
  H(s) = (s·BW) / [s² + s·(ω₀/Q) + ω₀²]
  ω₀ = 2π × 100 rad/s  (center frequency)
  Q = ω₀/BW  (quality factor)
  Op-amp topology: multiple-feedback (MFB)
  Sections in cascade: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Active RC Band-Pass order 4 filter. Top panel: magnitude response in dB showing -3 dB cutoff at 100 Hz with a roll-off of approximately 80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Active RC Band-Pass order 4. The circuit uses two resistors R₁, R₂ and two capacitors C₁, C₂ around an op-amp in unity-gain configuration to realise a 2nd-order low-pass section with cutoff frequency 100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Active RC Band-Pass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Band-Pass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628.32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Op-Amp Topology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Sallen-Key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Capacitor (C)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 nF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Resistor 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1591549 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Bandpass channel filter centred at 100 Hz in DTMF decoder
• Resonant peak equaliser in parametric EQ systems
• Lock-in amplifier reference channel selection
• Carrier frequency selection in power-line communication
• Biomedical EEG alpha/beta/gamma band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Active RC Band-Pass | fc = 100 Hz | Order =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