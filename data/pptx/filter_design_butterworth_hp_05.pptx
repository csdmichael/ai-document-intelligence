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High-Pass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5  |  Cutoff Frequency: 200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015 / 100  |  Variant 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5
  |H(jω)|² = 1 / [1 + (ω/ωc)^10]
  ωc = 2π × 200 rad/s  ≈  1256.6 rad/s
  3 dB cutoff: 200 Hz
  Maximally flat passband (no ripple)
  Roll-off: 100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High-Pass order 5 filter. Top panel: magnitude response in dB showing -3 dB cutoff at 200 Hz with a roll-off of approximately 100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High-Pass order 5. The circuit uses two resistors R₁, R₂ and two capacitors C₁, C₂ around an op-amp in unity-gain configuration to realise a 2nd-order low-pass section with cutoff frequency 200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High-Pass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High-Pass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1256.64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DC-blocking in microphone pre-amplifier circuits
• Removal of low-frequency mechanical vibration interference
• Coupling filter in AC-coupled differential amplifier inputs
• High-pass shelving EQ in professional audio mastering
• Seismic noise rejection in structural health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High-Pass | fc = 200 Hz | Order =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