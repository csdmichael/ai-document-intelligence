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Digital FIR Filter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64  |  Cutoff Frequency: 2,000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092 / 100  |  Variant 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H(z) — Digital FIR Taps=64
  H(z) = Σ h[n]·z⁻ⁿ,  n = 0…63
  Design: windowed-sinc (Hamming window)
  Sampling rate: fs = 20,000 Hz
  Normalized cutoff: ωd = 2π·2,000/20,000 = 0.6283 rad
  Non-recursive (FIR) — linear phase guaranteed
  Group delay: 32 samples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Digital FIR Filter order 64 filter. Top panel: magnitude response in dB showing -3 dB cutoff at 2,000 Hz with a roll-off of approximately 1280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Direct Form II transposed signal-flow graph for a FIR filter of order 64. Each z⁻¹ block represents a one-sample delay register. Coefficients h[n] are multiplied and summed to form the output y[n].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352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Digital FIR Filter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Band-Pass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64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2,000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12566.37 rad/s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2,000 Hz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1280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Sampling Rate (fs)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20,000 Hz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Nyquist Frequency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10,000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Normalised Cutoff (ωd)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0.6283 rad/sample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Window Function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Hamming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Linear 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Yes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Group Delay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32 samples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Linear-phase FIR for matched filtering in digital communications
• Pulse-shaping (root-raised cosine) in QAM modem transmitters
• 2,000 Hz decimation filter before sample-rate reduction
• Noise-reduction preprocessing in hearing aid DSP chips
• Anti-imaging reconstruction filter after DAC upsampling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Digital FIR Filter | fc = 2,000 Hz | Order = 64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