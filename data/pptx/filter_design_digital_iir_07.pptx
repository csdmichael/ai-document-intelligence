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IIR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8  |  Cutoff Frequency: 8,000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087 / 100  |  Variant 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IIR Order 8
  H(z) = B(z) / A(z)  =  Σbₖz⁻ᵏ / (1 + Σaₖz⁻ᵏ)
  Design: Bilinear transform from analog prototype
  Sampling rate: fs = 80,000 Hz
  Normalized cutoff: ωd = 2π·8,000/80,000 = 0.6283 rad
  Filter order: 8  |  Coefficients: 9
  Recursive (feedback)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IIR Filter order 8 filter. Top panel: magnitude response in dB showing -3 dB cutoff at 8,000 Hz with a roll-off of approximately 160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IIR filter of order 8.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IIR Filter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50265.48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Real-time audio effects processing on DSP microcontrollers
• Recursive Butterworth implementation in FPGA signal chains
• 8,000 Hz lowpass post-processing in embedded sensor fusion
• Speech enhancement preprocessing in voice recognition engines
• Power spectral density estimation in industrial vibration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IIR Filter | fc = 8,000 Hz | Order =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