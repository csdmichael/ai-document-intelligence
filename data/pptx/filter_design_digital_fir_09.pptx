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128  |  Cutoff Frequency: 15,000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Taps=128
  H(z) = Σ h[n]·z⁻ⁿ,  n = 0…127
  Design: windowed-sinc (Hamming window)
  Sampling rate: fs = 150,000 Hz
  Normalized cutoff: ωd = 2π·15,000/150,000 = 0.6283 rad
  Non-recursive (FIR) — linear phase guaranteed
  Group delay: 64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128 filter. Top panel: magnitude response in dB showing -3 dB cutoff at 15,000 Hz with a roll-off of approximately 2560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128.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128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94247.78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2560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150,000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75,000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64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15,000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15,000 Hz | Order = 128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