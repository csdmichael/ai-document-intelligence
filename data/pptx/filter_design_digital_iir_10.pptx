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8  |  Cutoff Frequency: 750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8
  H(z) = B(z) / A(z)  =  Σbₖz⁻ᵏ / (1 + Σaₖz⁻ᵏ)
  Design: Bilinear transform from analog prototype
  Sampling rate: fs = 7,500 Hz
  Normalized cutoff: ωd = 2π·750/7,500 = 0.6283 rad
  Filter order: 8  |  Coefficients: 9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8 filter. Top panel: magnitude response in dB showing -3 dB cutoff at 750 Hz with a roll-off of approximately 160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8.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4712.39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7,500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3,750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750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750 Hz | Order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