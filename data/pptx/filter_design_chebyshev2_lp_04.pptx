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7315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Chebyshev Type-II Low-Pass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20116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E3F2FD"/>
                </a:solidFill>
              </a:rPr>
              <a:t>Order 6  |  Cutoff Frequency: 5,000 Hz  |  Passband Ripple: 40 dB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7432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9A825"/>
                </a:solidFill>
              </a:rPr>
              <a:t>File 034 / 100  |  Variant 4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1828800"/>
            <a:ext cx="7315200" cy="0"/>
          </a:xfrm>
          <a:prstGeom prst="line">
            <a:avLst/>
          </a:prstGeom>
          <a:ln w="25400">
            <a:solidFill>
              <a:srgbClr val="F9A8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8503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565C0"/>
                </a:solidFill>
              </a:rPr>
              <a:t>Filter Theory &amp; Transfer Function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858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Transfer Function H(s) — Chebyshev Type II Order 6
  |H(jω)|² = 1 / [1 + 1/(ε²·Tₙ²(ωs/ω))]
  Stopband attenuation: 40 dB
  ωs = 2π × 5,000 rad/s  (stopband edge)
  Flat passband, equiripple stopband
  Order: 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Frequency Response — Bode Plot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94360"/>
            <a:ext cx="841248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5212080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</a:rPr>
              <a:t>Bode plot of Chebyshev Type-II Low-Pass order 6 filter. Top panel: magnitude response in dB showing -3 dB cutoff at 5,000 Hz with a roll-off of approximately 120 dB/decade. Bottom panel: phase response in degrees.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Circuit / Block Diagram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94360"/>
            <a:ext cx="8412480" cy="4389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5074920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</a:rPr>
              <a:t>Cascade block diagram for Chebyshev Type-II Low-Pass order 6. The design is decomposed into 3 second-order section(s), each realising a pair of complex conjugate poles near cutoff 5,000 Hz.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Design Parameters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594360"/>
          <a:ext cx="8229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Parameter</a:t>
                      </a:r>
                    </a:p>
                  </a:txBody>
                  <a:tcPr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Value</a:t>
                      </a:r>
                    </a:p>
                  </a:txBody>
                  <a:tcPr>
                    <a:solidFill>
                      <a:srgbClr val="1565C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Filter Family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Chebyshev Type-II Low-Pass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Filter Type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Low-Pass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Filter Order (N)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6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Cutoff Frequency (fc)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5,000 Hz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Angular Cutoff (ωc)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31415.93 rad/s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Passband Gain (0 Hz)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0 dB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-3 dB Frequency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5,000 Hz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Roll-off Rate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120 dB/decade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Minimum Stopband Attenuation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40 dB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Real-World Applications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8229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</a:rPr>
              <a:t>• Stopband-critical filtering in telephony channel banks
• Interference suppression in GPS front-end receiver chains
• Image rejection in superheterodyne radio architectures
• Flat passband required: medical imaging signal chains
• High-fidelity audio crossover networks (subwoofer isolation)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1206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565C0"/>
                </a:solidFill>
              </a:rPr>
              <a:t>Filter: Chebyshev Type-II Low-Pass | fc = 5,000 Hz | Order =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