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  |  Passband Ripple: 0.1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4
  |H(jω)|² = 1 / [1 + ε²·Tₙ²(ω/ωc)]
  ε² = 10^(Rp/10) - 1,  Rp = 0.1 dB
  Tₙ = Chebyshev polynomial of order 4
  ωc = 2π × 500 rad/s
  Passband ripple: 0.1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4. The design is decomposed into 2 second-order section(s), each realising a pair of complex conjugate poles near cutoff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