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Digital IIR Filter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4  |  Cutoff Frequency: 3,000 Hz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088 / 100  |  Variant 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H(z) — Digital IIR Order 4
  H(z) = B(z) / A(z)  =  Σbₖz⁻ᵏ / (1 + Σaₖz⁻ᵏ)
  Design: Bilinear transform from analog prototype
  Sampling rate: fs = 30,000 Hz
  Normalized cutoff: ωd = 2π·3,000/30,000 = 0.6283 rad
  Filter order: 4  |  Coefficients: 5
  Recursive (feedback) structure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Digital IIR Filter order 4 filter. Top panel: magnitude response in dB showing -3 dB cutoff at 3,000 Hz with a roll-off of approximately 80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Direct Form II transposed signal-flow graph for a IIR filter of order 4. Each z⁻¹ block represents a one-sample delay register. Coefficients h[n] are multiplied and summed to form the output y[n].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Digital IIR Filter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Band-Pass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3,000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18849.56 rad/s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3,000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80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Sampling Rate (fs)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30,000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Nyquist Frequency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15,000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Normalised Cutoff (ωd)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0.6283 rad/sample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Real-time audio effects processing on DSP microcontrollers
• Recursive Butterworth implementation in FPGA signal chains
• 3,000 Hz lowpass post-processing in embedded sensor fusion
• Speech enhancement preprocessing in voice recognition engines
• Power spectral density estimation in industrial vibration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Digital IIR Filter | fc = 3,000 Hz | Order =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