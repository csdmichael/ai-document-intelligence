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4
  H(s) = ωc² / (s² + s·ωc/Q + ωc²)  [2nd-order section]
  ωc = 2π × 100 rad/s
  Op-amp topology: Sallen-Key
  Number of 2nd-order stages: 2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4 filter. Top panel: magnitude response in dB showing -3 dB cutoff at 100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4. The circuit uses two resistors R₁, R₂ and two capacitors C₁, C₂ around an op-amp in unity-gain configuration to realise a 2nd-order low-pass section with cutoff frequency 100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628.32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1591549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100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100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