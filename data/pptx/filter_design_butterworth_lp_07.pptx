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7  |  Cutoff Frequency: 8,000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7
  |H(jω)|² = 1 / [1 + (ω/ωc)^14]
  ωc = 2π × 8,000 rad/s  ≈  50265.5 rad/s
  3 dB cutoff: 8,000 Hz
  Maximally flat passband (no ripple)
  Roll-off: 140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7 filter. Top panel: magnitude response in dB showing -3 dB cutoff at 8,000 Hz with a roll-off of approximately 140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7. The circuit uses two resistors R₁, R₂ and two capacitors C₁, C₂ around an op-amp in unity-gain configuration to realise a 2nd-order low-pass section with cutoff frequency 8,000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50265.48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8,000 Hz | Order =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