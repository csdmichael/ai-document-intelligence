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8  |  Cutoff Frequency: 4,000 Hz  |  Passband Ripple: 0.5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030 / 100  |  Variant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8
  |H(jω)|² = 1 / [1 + ε²·Tₙ²(ω/ωc)]
  ε² = 10^(Rp/10) - 1,  Rp = 0.5 dB
  Tₙ = Chebyshev polynomial of order 8
  ωc = 2π × 4,000 rad/s
  Passband ripple: 0.5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8 filter. Top panel: magnitude response in dB showing -3 dB cutoff at 4,000 Hz with a roll-off of approximately 160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8. The design is decomposed into 4 second-order section(s), each realising a pair of complex conjugate poles near cutoff 4,000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25132.74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0.5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4,000 Hz | Order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