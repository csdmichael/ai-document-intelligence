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FIR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32  |  Cutoff Frequency: 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094 / 100  |  Variant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FIR Taps=32
  H(z) = Σ h[n]·z⁻ⁿ,  n = 0…31
  Design: windowed-sinc (Hamming window)
  Sampling rate: fs = 50,000 Hz
  Normalized cutoff: ωd = 2π·5,000/50,000 = 0.6283 rad
  Non-recursive (FIR) — linear phase guaranteed
  Group delay: 16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FIR Filter order 32 filter. Top panel: magnitude response in dB showing -3 dB cutoff at 5,000 Hz with a roll-off of approximately 640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FIR filter of order 32.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FIR Filter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32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31415.93 rad/s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Window Function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Hamming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Linear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Yes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Group Delay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 samples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Linear-phase FIR for matched filtering in digital communications
• Pulse-shaping (root-raised cosine) in QAM modem transmitters
• 5,000 Hz decimation filter before sample-rate reduction
• Noise-reduction preprocessing in hearing aid DSP chips
• Anti-imaging reconstruction filter after DAC upsampling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FIR Filter | fc = 5,000 Hz | Order =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